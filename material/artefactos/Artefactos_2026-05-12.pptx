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arlow Bold" charset="1" panose="00000800000000000000"/>
      <p:regular r:id="rId25"/>
    </p:embeddedFont>
    <p:embeddedFont>
      <p:font typeface="Open Sans 2" charset="1" panose="00000000000000000000"/>
      <p:regular r:id="rId26"/>
    </p:embeddedFont>
    <p:embeddedFont>
      <p:font typeface="Open Sans 2 Bold" charset="1" panose="00000000000000000000"/>
      <p:regular r:id="rId27"/>
    </p:embeddedFont>
    <p:embeddedFont>
      <p:font typeface="Open Sans 1 Bold" charset="1" panose="020B08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554760" y="1406170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80" y="0"/>
                </a:lnTo>
                <a:lnTo>
                  <a:pt x="3178480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8658" y="4889449"/>
            <a:ext cx="14490685" cy="292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b="true" sz="120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ROCKET LEASE</a:t>
            </a:r>
          </a:p>
          <a:p>
            <a:pPr algn="ctr">
              <a:lnSpc>
                <a:spcPts val="11040"/>
              </a:lnSpc>
            </a:pPr>
            <a:r>
              <a:rPr lang="en-US" b="true" sz="120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GRUPO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54569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DEMO - SPRINT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7F2C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8682" y="2007712"/>
            <a:ext cx="15470636" cy="76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b="true" sz="60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RESUMEN DE CONTENIDOS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54944" y="3350549"/>
            <a:ext cx="5978112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ARTEFACTOS CORREGIDOS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37406" y="4284416"/>
            <a:ext cx="7013187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HISTORIAS COMPROMETIDAS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04997" y="5218283"/>
            <a:ext cx="347800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RETROSPECTIVA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04997" y="6152151"/>
            <a:ext cx="347800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RIESGOS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8740" y="7086018"/>
            <a:ext cx="421052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SPRINT SIGUIENTE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38740" y="8021373"/>
            <a:ext cx="421052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DEMO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1117519" y="36151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92105" y="3473912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1103355" y="-158756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31194" y="3296455"/>
            <a:ext cx="13225611" cy="414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ARTEFACTOS</a:t>
            </a:r>
          </a:p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CORREGIDOS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59264" y="2990657"/>
            <a:ext cx="5334277" cy="7024993"/>
          </a:xfrm>
          <a:custGeom>
            <a:avLst/>
            <a:gdLst/>
            <a:ahLst/>
            <a:cxnLst/>
            <a:rect r="r" b="b" t="t" l="l"/>
            <a:pathLst>
              <a:path h="7024993" w="5334277">
                <a:moveTo>
                  <a:pt x="0" y="0"/>
                </a:moveTo>
                <a:lnTo>
                  <a:pt x="5334277" y="0"/>
                </a:lnTo>
                <a:lnTo>
                  <a:pt x="5334277" y="7024993"/>
                </a:lnTo>
                <a:lnTo>
                  <a:pt x="0" y="702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RIESGOS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936785"/>
            <a:ext cx="18288000" cy="79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6399" spc="35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88194" y="2923982"/>
            <a:ext cx="7529682" cy="536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2"/>
              </a:lnSpc>
            </a:pPr>
            <a:r>
              <a:rPr lang="en-US" sz="3373" spc="188" b="true">
                <a:solidFill>
                  <a:srgbClr val="33365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CORRECCIONES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El riesgo R4 no corresponde considerarlo como riesgo.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Se elimina el riesgo R7, dado que la concurrencia será manejada por la base de datos.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Servicios externos tercerizados van a ser STUBS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31204" y="3094641"/>
            <a:ext cx="6656285" cy="5192242"/>
          </a:xfrm>
          <a:custGeom>
            <a:avLst/>
            <a:gdLst/>
            <a:ahLst/>
            <a:cxnLst/>
            <a:rect r="r" b="b" t="t" l="l"/>
            <a:pathLst>
              <a:path h="5192242" w="6656285">
                <a:moveTo>
                  <a:pt x="0" y="0"/>
                </a:moveTo>
                <a:lnTo>
                  <a:pt x="6656284" y="0"/>
                </a:lnTo>
                <a:lnTo>
                  <a:pt x="6656284" y="5192243"/>
                </a:lnTo>
                <a:lnTo>
                  <a:pt x="0" y="5192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RIESGOS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936785"/>
            <a:ext cx="18288000" cy="79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6399" spc="35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DESPUES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88194" y="2923982"/>
            <a:ext cx="7529682" cy="297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2"/>
              </a:lnSpc>
            </a:pPr>
            <a:r>
              <a:rPr lang="en-US" sz="3373" spc="188" b="true">
                <a:solidFill>
                  <a:srgbClr val="33365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CORRECCIONES ✅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R4 Eliminado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R7 Eliminado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Riesgos de servicios tercerizados eliminados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88194" y="6430628"/>
            <a:ext cx="7529682" cy="11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2"/>
              </a:lnSpc>
            </a:pPr>
            <a:r>
              <a:rPr lang="en-US" sz="3373" spc="188" b="true">
                <a:solidFill>
                  <a:srgbClr val="33365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MITIGACIONES IMPORTANTES</a:t>
            </a:r>
          </a:p>
          <a:p>
            <a:pPr algn="l" marL="728298" indent="-364149" lvl="1">
              <a:lnSpc>
                <a:spcPts val="4722"/>
              </a:lnSpc>
              <a:buFont typeface="Arial"/>
              <a:buChar char="•"/>
            </a:pPr>
            <a:r>
              <a:rPr lang="en-US" sz="3373" spc="18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Desarrollo mobile ⟶ PWA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79053" y="1946522"/>
          <a:ext cx="14729894" cy="7984603"/>
        </p:xfrm>
        <a:graphic>
          <a:graphicData uri="http://schemas.openxmlformats.org/drawingml/2006/table">
            <a:tbl>
              <a:tblPr/>
              <a:tblGrid>
                <a:gridCol w="2945979"/>
                <a:gridCol w="2945979"/>
                <a:gridCol w="2945979"/>
                <a:gridCol w="2945979"/>
                <a:gridCol w="2945979"/>
              </a:tblGrid>
              <a:tr h="10389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54"/>
                        </a:lnSpc>
                        <a:defRPr/>
                      </a:pPr>
                      <a:r>
                        <a:rPr lang="en-US" sz="2252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SPRINT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252" strike="noStrike" u="non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US PREVIOS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252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US NUEVOS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252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SP PREVIOS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SP NUEVOS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15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35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35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2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12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12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40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40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3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9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13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49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58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4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9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13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52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58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7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6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57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57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6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8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4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41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24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94"/>
                        </a:lnSpc>
                        <a:defRPr/>
                      </a:pPr>
                      <a:r>
                        <a:rPr lang="en-US" sz="18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7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5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2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>
                          <a:solidFill>
                            <a:srgbClr val="000000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39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4"/>
                        </a:lnSpc>
                        <a:defRPr/>
                      </a:pPr>
                      <a:r>
                        <a:rPr lang="en-US" sz="1652" b="true">
                          <a:solidFill>
                            <a:srgbClr val="000000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18</a:t>
                      </a:r>
                      <a:endParaRPr lang="en-US" sz="1100"/>
                    </a:p>
                  </a:txBody>
                  <a:tcPr marL="209929" marR="209929" marT="209929" marB="209929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-10800000">
            <a:off x="16856984" y="4942036"/>
            <a:ext cx="804632" cy="8046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F2CE4">
                <a:alpha val="4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6856984" y="5938824"/>
            <a:ext cx="804632" cy="8046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F2CE4">
                <a:alpha val="4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734250" y="3091160"/>
            <a:ext cx="1050100" cy="525050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CD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CRONOGRAMA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856984" y="8120311"/>
            <a:ext cx="804632" cy="80463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F863B">
                <a:alpha val="4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56984" y="9115443"/>
            <a:ext cx="804632" cy="8046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F863B">
                <a:alpha val="4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34250" y="4016598"/>
            <a:ext cx="1050100" cy="525050"/>
            <a:chOff x="0" y="0"/>
            <a:chExt cx="8128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CDFF">
                <a:alpha val="4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34250" y="7201580"/>
            <a:ext cx="1050100" cy="525050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CDFF">
                <a:alpha val="4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8474285" y="4831561"/>
            <a:ext cx="1339430" cy="133943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F2CE4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72549" y="2929428"/>
            <a:ext cx="7618125" cy="5143695"/>
          </a:xfrm>
          <a:custGeom>
            <a:avLst/>
            <a:gdLst/>
            <a:ahLst/>
            <a:cxnLst/>
            <a:rect r="r" b="b" t="t" l="l"/>
            <a:pathLst>
              <a:path h="5143695" w="7618125">
                <a:moveTo>
                  <a:pt x="0" y="0"/>
                </a:moveTo>
                <a:lnTo>
                  <a:pt x="7618124" y="0"/>
                </a:lnTo>
                <a:lnTo>
                  <a:pt x="7618124" y="5143695"/>
                </a:lnTo>
                <a:lnTo>
                  <a:pt x="0" y="5143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99465" y="4076505"/>
            <a:ext cx="8115300" cy="2908373"/>
          </a:xfrm>
          <a:custGeom>
            <a:avLst/>
            <a:gdLst/>
            <a:ahLst/>
            <a:cxnLst/>
            <a:rect r="r" b="b" t="t" l="l"/>
            <a:pathLst>
              <a:path h="2908373" w="8115300">
                <a:moveTo>
                  <a:pt x="0" y="0"/>
                </a:moveTo>
                <a:lnTo>
                  <a:pt x="8115300" y="0"/>
                </a:lnTo>
                <a:lnTo>
                  <a:pt x="8115300" y="2908373"/>
                </a:lnTo>
                <a:lnTo>
                  <a:pt x="0" y="2908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CRONOGRAMA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1708" y="3361372"/>
            <a:ext cx="2907983" cy="422910"/>
            <a:chOff x="0" y="0"/>
            <a:chExt cx="3877310" cy="563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50800"/>
              <a:ext cx="3855773" cy="703433"/>
            </a:xfrm>
            <a:custGeom>
              <a:avLst/>
              <a:gdLst/>
              <a:ahLst/>
              <a:cxnLst/>
              <a:rect r="r" b="b" t="t" l="l"/>
              <a:pathLst>
                <a:path h="703433" w="3855773">
                  <a:moveTo>
                    <a:pt x="50800" y="0"/>
                  </a:moveTo>
                  <a:cubicBezTo>
                    <a:pt x="3938270" y="113030"/>
                    <a:pt x="3938270" y="342900"/>
                    <a:pt x="3825240" y="457200"/>
                  </a:cubicBezTo>
                  <a:cubicBezTo>
                    <a:pt x="3501390" y="782320"/>
                    <a:pt x="377190" y="787400"/>
                    <a:pt x="50800" y="461010"/>
                  </a:cubicBezTo>
                  <a:cubicBezTo>
                    <a:pt x="-63500" y="347980"/>
                    <a:pt x="50800" y="0"/>
                    <a:pt x="50800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226945" y="3754755"/>
            <a:ext cx="3490912" cy="513397"/>
            <a:chOff x="0" y="0"/>
            <a:chExt cx="4654550" cy="684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9629" y="45262"/>
              <a:ext cx="4553006" cy="588468"/>
            </a:xfrm>
            <a:custGeom>
              <a:avLst/>
              <a:gdLst/>
              <a:ahLst/>
              <a:cxnLst/>
              <a:rect r="r" b="b" t="t" l="l"/>
              <a:pathLst>
                <a:path h="588468" w="4553006">
                  <a:moveTo>
                    <a:pt x="1171" y="69038"/>
                  </a:moveTo>
                  <a:cubicBezTo>
                    <a:pt x="360581" y="32208"/>
                    <a:pt x="606961" y="16968"/>
                    <a:pt x="848261" y="10618"/>
                  </a:cubicBezTo>
                  <a:cubicBezTo>
                    <a:pt x="1161951" y="458"/>
                    <a:pt x="1589941" y="-4622"/>
                    <a:pt x="1927761" y="5538"/>
                  </a:cubicBezTo>
                  <a:cubicBezTo>
                    <a:pt x="2227481" y="13158"/>
                    <a:pt x="2564031" y="34748"/>
                    <a:pt x="2773581" y="57608"/>
                  </a:cubicBezTo>
                  <a:cubicBezTo>
                    <a:pt x="2899311" y="70308"/>
                    <a:pt x="2950111" y="91898"/>
                    <a:pt x="3070761" y="100788"/>
                  </a:cubicBezTo>
                  <a:cubicBezTo>
                    <a:pt x="3261261" y="116028"/>
                    <a:pt x="3632101" y="100788"/>
                    <a:pt x="3808631" y="109678"/>
                  </a:cubicBezTo>
                  <a:cubicBezTo>
                    <a:pt x="3906421" y="114758"/>
                    <a:pt x="3961031" y="129998"/>
                    <a:pt x="4038501" y="131268"/>
                  </a:cubicBezTo>
                  <a:cubicBezTo>
                    <a:pt x="4118511" y="131268"/>
                    <a:pt x="4274721" y="93168"/>
                    <a:pt x="4281071" y="110948"/>
                  </a:cubicBezTo>
                  <a:cubicBezTo>
                    <a:pt x="4284881" y="122378"/>
                    <a:pt x="4185821" y="150318"/>
                    <a:pt x="4185821" y="180798"/>
                  </a:cubicBezTo>
                  <a:cubicBezTo>
                    <a:pt x="4185821" y="243028"/>
                    <a:pt x="4561741" y="387808"/>
                    <a:pt x="4552851" y="453848"/>
                  </a:cubicBezTo>
                  <a:cubicBezTo>
                    <a:pt x="4547771" y="504648"/>
                    <a:pt x="4382671" y="540208"/>
                    <a:pt x="4295041" y="563068"/>
                  </a:cubicBezTo>
                  <a:cubicBezTo>
                    <a:pt x="4211221" y="584658"/>
                    <a:pt x="4123591" y="587198"/>
                    <a:pt x="4038501" y="588468"/>
                  </a:cubicBezTo>
                  <a:cubicBezTo>
                    <a:pt x="3953411" y="588468"/>
                    <a:pt x="3893721" y="571958"/>
                    <a:pt x="3787041" y="566878"/>
                  </a:cubicBezTo>
                  <a:cubicBezTo>
                    <a:pt x="3602891" y="557988"/>
                    <a:pt x="3224431" y="571958"/>
                    <a:pt x="3027581" y="556718"/>
                  </a:cubicBezTo>
                  <a:cubicBezTo>
                    <a:pt x="2903121" y="546558"/>
                    <a:pt x="2849781" y="524968"/>
                    <a:pt x="2724051" y="510998"/>
                  </a:cubicBezTo>
                  <a:cubicBezTo>
                    <a:pt x="2522121" y="490678"/>
                    <a:pt x="2223671" y="470358"/>
                    <a:pt x="1929031" y="462738"/>
                  </a:cubicBezTo>
                  <a:cubicBezTo>
                    <a:pt x="1562001" y="452578"/>
                    <a:pt x="996851" y="462738"/>
                    <a:pt x="690781" y="472898"/>
                  </a:cubicBezTo>
                  <a:cubicBezTo>
                    <a:pt x="509171" y="479248"/>
                    <a:pt x="377091" y="488138"/>
                    <a:pt x="260251" y="499568"/>
                  </a:cubicBezTo>
                  <a:cubicBezTo>
                    <a:pt x="178971" y="507188"/>
                    <a:pt x="101501" y="563068"/>
                    <a:pt x="55781" y="527508"/>
                  </a:cubicBezTo>
                  <a:cubicBezTo>
                    <a:pt x="-12799" y="475438"/>
                    <a:pt x="1171" y="69038"/>
                    <a:pt x="1171" y="69038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05990" y="4100512"/>
            <a:ext cx="4757738" cy="529590"/>
            <a:chOff x="0" y="0"/>
            <a:chExt cx="6343650" cy="706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725" y="44723"/>
              <a:ext cx="6292966" cy="641195"/>
            </a:xfrm>
            <a:custGeom>
              <a:avLst/>
              <a:gdLst/>
              <a:ahLst/>
              <a:cxnLst/>
              <a:rect r="r" b="b" t="t" l="l"/>
              <a:pathLst>
                <a:path h="641195" w="6292966">
                  <a:moveTo>
                    <a:pt x="75" y="134347"/>
                  </a:moveTo>
                  <a:cubicBezTo>
                    <a:pt x="353135" y="86087"/>
                    <a:pt x="475055" y="78467"/>
                    <a:pt x="617295" y="73387"/>
                  </a:cubicBezTo>
                  <a:cubicBezTo>
                    <a:pt x="801445" y="67037"/>
                    <a:pt x="1014805" y="75927"/>
                    <a:pt x="1254835" y="69577"/>
                  </a:cubicBezTo>
                  <a:cubicBezTo>
                    <a:pt x="1564715" y="59417"/>
                    <a:pt x="2026995" y="20047"/>
                    <a:pt x="2321635" y="9887"/>
                  </a:cubicBezTo>
                  <a:cubicBezTo>
                    <a:pt x="2529915" y="3537"/>
                    <a:pt x="2654375" y="-6623"/>
                    <a:pt x="2856305" y="6077"/>
                  </a:cubicBezTo>
                  <a:cubicBezTo>
                    <a:pt x="3125545" y="21317"/>
                    <a:pt x="3418915" y="98787"/>
                    <a:pt x="3791025" y="122917"/>
                  </a:cubicBezTo>
                  <a:cubicBezTo>
                    <a:pt x="4337125" y="158477"/>
                    <a:pt x="5464885" y="102597"/>
                    <a:pt x="5823025" y="131807"/>
                  </a:cubicBezTo>
                  <a:cubicBezTo>
                    <a:pt x="5952565" y="141967"/>
                    <a:pt x="6009715" y="172447"/>
                    <a:pt x="6085915" y="173717"/>
                  </a:cubicBezTo>
                  <a:cubicBezTo>
                    <a:pt x="6145605" y="173717"/>
                    <a:pt x="6209105" y="124187"/>
                    <a:pt x="6242125" y="152127"/>
                  </a:cubicBezTo>
                  <a:cubicBezTo>
                    <a:pt x="6298005" y="201657"/>
                    <a:pt x="6320865" y="534397"/>
                    <a:pt x="6242125" y="609327"/>
                  </a:cubicBezTo>
                  <a:cubicBezTo>
                    <a:pt x="6159575" y="689337"/>
                    <a:pt x="5952565" y="594087"/>
                    <a:pt x="5729045" y="589007"/>
                  </a:cubicBezTo>
                  <a:cubicBezTo>
                    <a:pt x="5312485" y="580117"/>
                    <a:pt x="4278705" y="601707"/>
                    <a:pt x="3935805" y="586467"/>
                  </a:cubicBezTo>
                  <a:cubicBezTo>
                    <a:pt x="3797375" y="581387"/>
                    <a:pt x="3745305" y="575037"/>
                    <a:pt x="3643705" y="562337"/>
                  </a:cubicBezTo>
                  <a:cubicBezTo>
                    <a:pt x="3531945" y="548367"/>
                    <a:pt x="3422725" y="519157"/>
                    <a:pt x="3294455" y="502647"/>
                  </a:cubicBezTo>
                  <a:cubicBezTo>
                    <a:pt x="3139515" y="483597"/>
                    <a:pt x="2949015" y="468357"/>
                    <a:pt x="2776295" y="463277"/>
                  </a:cubicBezTo>
                  <a:cubicBezTo>
                    <a:pt x="2606115" y="458197"/>
                    <a:pt x="2466415" y="463277"/>
                    <a:pt x="2268295" y="470897"/>
                  </a:cubicBezTo>
                  <a:cubicBezTo>
                    <a:pt x="1988895" y="481057"/>
                    <a:pt x="1553285" y="516617"/>
                    <a:pt x="1256105" y="526777"/>
                  </a:cubicBezTo>
                  <a:cubicBezTo>
                    <a:pt x="1023695" y="533127"/>
                    <a:pt x="809065" y="524237"/>
                    <a:pt x="635075" y="530587"/>
                  </a:cubicBezTo>
                  <a:cubicBezTo>
                    <a:pt x="509345" y="534397"/>
                    <a:pt x="409015" y="538207"/>
                    <a:pt x="309955" y="549637"/>
                  </a:cubicBezTo>
                  <a:cubicBezTo>
                    <a:pt x="222325" y="559797"/>
                    <a:pt x="121995" y="629647"/>
                    <a:pt x="68655" y="590277"/>
                  </a:cubicBezTo>
                  <a:cubicBezTo>
                    <a:pt x="-5005" y="536937"/>
                    <a:pt x="75" y="134347"/>
                    <a:pt x="75" y="134347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247900" y="4525328"/>
            <a:ext cx="5722620" cy="498157"/>
            <a:chOff x="0" y="0"/>
            <a:chExt cx="7630160" cy="6642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708" y="42339"/>
              <a:ext cx="7596044" cy="582981"/>
            </a:xfrm>
            <a:custGeom>
              <a:avLst/>
              <a:gdLst/>
              <a:ahLst/>
              <a:cxnLst/>
              <a:rect r="r" b="b" t="t" l="l"/>
              <a:pathLst>
                <a:path h="582981" w="7596044">
                  <a:moveTo>
                    <a:pt x="12092" y="50371"/>
                  </a:moveTo>
                  <a:cubicBezTo>
                    <a:pt x="431192" y="18621"/>
                    <a:pt x="556922" y="14811"/>
                    <a:pt x="782982" y="11001"/>
                  </a:cubicBezTo>
                  <a:cubicBezTo>
                    <a:pt x="1280822" y="3381"/>
                    <a:pt x="2797202" y="-8049"/>
                    <a:pt x="3174392" y="8461"/>
                  </a:cubicBezTo>
                  <a:cubicBezTo>
                    <a:pt x="3291232" y="13541"/>
                    <a:pt x="3325522" y="16081"/>
                    <a:pt x="3404262" y="28781"/>
                  </a:cubicBezTo>
                  <a:cubicBezTo>
                    <a:pt x="3488082" y="42751"/>
                    <a:pt x="3536342" y="78311"/>
                    <a:pt x="3662072" y="93551"/>
                  </a:cubicBezTo>
                  <a:cubicBezTo>
                    <a:pt x="3992272" y="134191"/>
                    <a:pt x="5153052" y="78311"/>
                    <a:pt x="5474362" y="92281"/>
                  </a:cubicBezTo>
                  <a:cubicBezTo>
                    <a:pt x="5589932" y="96091"/>
                    <a:pt x="5605172" y="107521"/>
                    <a:pt x="5711852" y="111331"/>
                  </a:cubicBezTo>
                  <a:cubicBezTo>
                    <a:pt x="5926482" y="120221"/>
                    <a:pt x="6476392" y="130381"/>
                    <a:pt x="6693562" y="112601"/>
                  </a:cubicBezTo>
                  <a:cubicBezTo>
                    <a:pt x="6801512" y="103711"/>
                    <a:pt x="6835802" y="82121"/>
                    <a:pt x="6934862" y="74501"/>
                  </a:cubicBezTo>
                  <a:cubicBezTo>
                    <a:pt x="7089802" y="60531"/>
                    <a:pt x="7446672" y="-22019"/>
                    <a:pt x="7540652" y="70691"/>
                  </a:cubicBezTo>
                  <a:cubicBezTo>
                    <a:pt x="7621932" y="151971"/>
                    <a:pt x="7606692" y="461851"/>
                    <a:pt x="7540652" y="527891"/>
                  </a:cubicBezTo>
                  <a:cubicBezTo>
                    <a:pt x="7489852" y="578691"/>
                    <a:pt x="7360312" y="531701"/>
                    <a:pt x="7273952" y="527891"/>
                  </a:cubicBezTo>
                  <a:cubicBezTo>
                    <a:pt x="7190132" y="524081"/>
                    <a:pt x="7113932" y="501221"/>
                    <a:pt x="7031382" y="506301"/>
                  </a:cubicBezTo>
                  <a:cubicBezTo>
                    <a:pt x="6939942" y="512651"/>
                    <a:pt x="6871362" y="555831"/>
                    <a:pt x="6746902" y="569801"/>
                  </a:cubicBezTo>
                  <a:cubicBezTo>
                    <a:pt x="6514492" y="595201"/>
                    <a:pt x="5969662" y="577421"/>
                    <a:pt x="5742332" y="569801"/>
                  </a:cubicBezTo>
                  <a:cubicBezTo>
                    <a:pt x="5624222" y="564721"/>
                    <a:pt x="5602632" y="554561"/>
                    <a:pt x="5474362" y="549481"/>
                  </a:cubicBezTo>
                  <a:cubicBezTo>
                    <a:pt x="5139082" y="536781"/>
                    <a:pt x="4006242" y="583771"/>
                    <a:pt x="3670962" y="546941"/>
                  </a:cubicBezTo>
                  <a:cubicBezTo>
                    <a:pt x="3538882" y="531701"/>
                    <a:pt x="3486812" y="499951"/>
                    <a:pt x="3399182" y="485981"/>
                  </a:cubicBezTo>
                  <a:cubicBezTo>
                    <a:pt x="3320442" y="473281"/>
                    <a:pt x="3288692" y="470741"/>
                    <a:pt x="3171852" y="465661"/>
                  </a:cubicBezTo>
                  <a:cubicBezTo>
                    <a:pt x="2775612" y="447881"/>
                    <a:pt x="1104292" y="451691"/>
                    <a:pt x="569622" y="472011"/>
                  </a:cubicBezTo>
                  <a:cubicBezTo>
                    <a:pt x="330862" y="482171"/>
                    <a:pt x="142902" y="588851"/>
                    <a:pt x="52732" y="511381"/>
                  </a:cubicBezTo>
                  <a:cubicBezTo>
                    <a:pt x="-33628" y="437721"/>
                    <a:pt x="12092" y="50371"/>
                    <a:pt x="12092" y="50371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263140" y="4886325"/>
            <a:ext cx="5078730" cy="485775"/>
            <a:chOff x="0" y="0"/>
            <a:chExt cx="677164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498" y="13911"/>
              <a:ext cx="6776844" cy="622995"/>
            </a:xfrm>
            <a:custGeom>
              <a:avLst/>
              <a:gdLst/>
              <a:ahLst/>
              <a:cxnLst/>
              <a:rect r="r" b="b" t="t" l="l"/>
              <a:pathLst>
                <a:path h="622995" w="6776844">
                  <a:moveTo>
                    <a:pt x="33302" y="121979"/>
                  </a:moveTo>
                  <a:cubicBezTo>
                    <a:pt x="677192" y="115629"/>
                    <a:pt x="961672" y="87689"/>
                    <a:pt x="1284252" y="80069"/>
                  </a:cubicBezTo>
                  <a:cubicBezTo>
                    <a:pt x="1724942" y="68639"/>
                    <a:pt x="2558062" y="102929"/>
                    <a:pt x="2845082" y="78799"/>
                  </a:cubicBezTo>
                  <a:cubicBezTo>
                    <a:pt x="2956842" y="69909"/>
                    <a:pt x="2994942" y="48319"/>
                    <a:pt x="3074952" y="40699"/>
                  </a:cubicBezTo>
                  <a:cubicBezTo>
                    <a:pt x="3160042" y="33079"/>
                    <a:pt x="3224812" y="38159"/>
                    <a:pt x="3341652" y="38159"/>
                  </a:cubicBezTo>
                  <a:cubicBezTo>
                    <a:pt x="3565172" y="36889"/>
                    <a:pt x="4009672" y="29269"/>
                    <a:pt x="4320822" y="36889"/>
                  </a:cubicBezTo>
                  <a:cubicBezTo>
                    <a:pt x="4606572" y="44509"/>
                    <a:pt x="4821202" y="71179"/>
                    <a:pt x="5137432" y="78799"/>
                  </a:cubicBezTo>
                  <a:cubicBezTo>
                    <a:pt x="5575582" y="90229"/>
                    <a:pt x="6519192" y="-104081"/>
                    <a:pt x="6702072" y="78799"/>
                  </a:cubicBezTo>
                  <a:cubicBezTo>
                    <a:pt x="6801132" y="177859"/>
                    <a:pt x="6802402" y="436939"/>
                    <a:pt x="6702072" y="535999"/>
                  </a:cubicBezTo>
                  <a:cubicBezTo>
                    <a:pt x="6514112" y="725229"/>
                    <a:pt x="5503192" y="548699"/>
                    <a:pt x="5063772" y="535999"/>
                  </a:cubicBezTo>
                  <a:cubicBezTo>
                    <a:pt x="4767862" y="528379"/>
                    <a:pt x="4586252" y="501709"/>
                    <a:pt x="4320822" y="494089"/>
                  </a:cubicBezTo>
                  <a:cubicBezTo>
                    <a:pt x="4017292" y="486469"/>
                    <a:pt x="3561362" y="494089"/>
                    <a:pt x="3342922" y="495359"/>
                  </a:cubicBezTo>
                  <a:cubicBezTo>
                    <a:pt x="3232432" y="495359"/>
                    <a:pt x="3177822" y="490279"/>
                    <a:pt x="3095272" y="497899"/>
                  </a:cubicBezTo>
                  <a:cubicBezTo>
                    <a:pt x="3011452" y="504249"/>
                    <a:pt x="2964462" y="527109"/>
                    <a:pt x="2845082" y="535999"/>
                  </a:cubicBezTo>
                  <a:cubicBezTo>
                    <a:pt x="2549172" y="560129"/>
                    <a:pt x="1724942" y="525839"/>
                    <a:pt x="1285522" y="537269"/>
                  </a:cubicBezTo>
                  <a:cubicBezTo>
                    <a:pt x="962942" y="544889"/>
                    <a:pt x="677192" y="571559"/>
                    <a:pt x="447322" y="579179"/>
                  </a:cubicBezTo>
                  <a:cubicBezTo>
                    <a:pt x="284762" y="582989"/>
                    <a:pt x="104422" y="652839"/>
                    <a:pt x="33302" y="582989"/>
                  </a:cubicBezTo>
                  <a:cubicBezTo>
                    <a:pt x="-41628" y="509329"/>
                    <a:pt x="33302" y="121979"/>
                    <a:pt x="33302" y="121979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220278" y="5295900"/>
            <a:ext cx="3611880" cy="469582"/>
            <a:chOff x="0" y="0"/>
            <a:chExt cx="4815840" cy="6261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4598" y="16121"/>
              <a:ext cx="4785847" cy="586713"/>
            </a:xfrm>
            <a:custGeom>
              <a:avLst/>
              <a:gdLst/>
              <a:ahLst/>
              <a:cxnLst/>
              <a:rect r="r" b="b" t="t" l="l"/>
              <a:pathLst>
                <a:path h="586713" w="4785847">
                  <a:moveTo>
                    <a:pt x="16202" y="98179"/>
                  </a:moveTo>
                  <a:cubicBezTo>
                    <a:pt x="778202" y="71509"/>
                    <a:pt x="1258262" y="84209"/>
                    <a:pt x="1480512" y="76589"/>
                  </a:cubicBezTo>
                  <a:cubicBezTo>
                    <a:pt x="1596082" y="71509"/>
                    <a:pt x="1612592" y="61349"/>
                    <a:pt x="1744672" y="57539"/>
                  </a:cubicBezTo>
                  <a:cubicBezTo>
                    <a:pt x="2132022" y="42299"/>
                    <a:pt x="3659832" y="70239"/>
                    <a:pt x="4030672" y="54999"/>
                  </a:cubicBezTo>
                  <a:cubicBezTo>
                    <a:pt x="4151322" y="51189"/>
                    <a:pt x="4175452" y="39759"/>
                    <a:pt x="4268162" y="35949"/>
                  </a:cubicBezTo>
                  <a:cubicBezTo>
                    <a:pt x="4396432" y="30869"/>
                    <a:pt x="4652972" y="-41521"/>
                    <a:pt x="4729172" y="34679"/>
                  </a:cubicBezTo>
                  <a:cubicBezTo>
                    <a:pt x="4805372" y="110879"/>
                    <a:pt x="4804102" y="418219"/>
                    <a:pt x="4729172" y="491879"/>
                  </a:cubicBezTo>
                  <a:cubicBezTo>
                    <a:pt x="4656782" y="562999"/>
                    <a:pt x="4425642" y="474099"/>
                    <a:pt x="4299912" y="480449"/>
                  </a:cubicBezTo>
                  <a:cubicBezTo>
                    <a:pt x="4199582" y="485529"/>
                    <a:pt x="4164022" y="504579"/>
                    <a:pt x="4030672" y="512199"/>
                  </a:cubicBezTo>
                  <a:cubicBezTo>
                    <a:pt x="3653482" y="535059"/>
                    <a:pt x="2330142" y="504579"/>
                    <a:pt x="1850082" y="513469"/>
                  </a:cubicBezTo>
                  <a:cubicBezTo>
                    <a:pt x="1611322" y="517279"/>
                    <a:pt x="1512262" y="529979"/>
                    <a:pt x="1316682" y="533789"/>
                  </a:cubicBezTo>
                  <a:cubicBezTo>
                    <a:pt x="1076652" y="538869"/>
                    <a:pt x="745182" y="528709"/>
                    <a:pt x="512772" y="533789"/>
                  </a:cubicBezTo>
                  <a:cubicBezTo>
                    <a:pt x="336242" y="538869"/>
                    <a:pt x="129232" y="631579"/>
                    <a:pt x="46682" y="559189"/>
                  </a:cubicBezTo>
                  <a:cubicBezTo>
                    <a:pt x="-35868" y="485529"/>
                    <a:pt x="16202" y="98179"/>
                    <a:pt x="16202" y="98179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173605" y="5641658"/>
            <a:ext cx="4570095" cy="529590"/>
            <a:chOff x="0" y="0"/>
            <a:chExt cx="6093460" cy="706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799" y="43785"/>
              <a:ext cx="6055682" cy="658480"/>
            </a:xfrm>
            <a:custGeom>
              <a:avLst/>
              <a:gdLst/>
              <a:ahLst/>
              <a:cxnLst/>
              <a:rect r="r" b="b" t="t" l="l"/>
              <a:pathLst>
                <a:path h="658480" w="6055682">
                  <a:moveTo>
                    <a:pt x="1" y="135285"/>
                  </a:moveTo>
                  <a:cubicBezTo>
                    <a:pt x="364491" y="81945"/>
                    <a:pt x="570231" y="59085"/>
                    <a:pt x="737871" y="51465"/>
                  </a:cubicBezTo>
                  <a:cubicBezTo>
                    <a:pt x="899161" y="42575"/>
                    <a:pt x="1051561" y="55275"/>
                    <a:pt x="1216661" y="48925"/>
                  </a:cubicBezTo>
                  <a:cubicBezTo>
                    <a:pt x="1397001" y="42575"/>
                    <a:pt x="1565911" y="15905"/>
                    <a:pt x="1779271" y="8285"/>
                  </a:cubicBezTo>
                  <a:cubicBezTo>
                    <a:pt x="2058671" y="-1875"/>
                    <a:pt x="2479041" y="-3145"/>
                    <a:pt x="2749551" y="7015"/>
                  </a:cubicBezTo>
                  <a:cubicBezTo>
                    <a:pt x="2943861" y="14635"/>
                    <a:pt x="3081021" y="40035"/>
                    <a:pt x="3252471" y="47655"/>
                  </a:cubicBezTo>
                  <a:cubicBezTo>
                    <a:pt x="3430271" y="55275"/>
                    <a:pt x="3616961" y="45115"/>
                    <a:pt x="3799841" y="48925"/>
                  </a:cubicBezTo>
                  <a:cubicBezTo>
                    <a:pt x="3983991" y="52735"/>
                    <a:pt x="4207511" y="60355"/>
                    <a:pt x="4352291" y="70515"/>
                  </a:cubicBezTo>
                  <a:cubicBezTo>
                    <a:pt x="4445001" y="75595"/>
                    <a:pt x="4504691" y="87025"/>
                    <a:pt x="4582161" y="90835"/>
                  </a:cubicBezTo>
                  <a:cubicBezTo>
                    <a:pt x="4659631" y="93375"/>
                    <a:pt x="4724401" y="87025"/>
                    <a:pt x="4815841" y="90835"/>
                  </a:cubicBezTo>
                  <a:cubicBezTo>
                    <a:pt x="4949191" y="97185"/>
                    <a:pt x="5125721" y="122585"/>
                    <a:pt x="5302251" y="132745"/>
                  </a:cubicBezTo>
                  <a:cubicBezTo>
                    <a:pt x="5511801" y="145445"/>
                    <a:pt x="5888991" y="47655"/>
                    <a:pt x="5991861" y="154335"/>
                  </a:cubicBezTo>
                  <a:cubicBezTo>
                    <a:pt x="6075681" y="240695"/>
                    <a:pt x="6078221" y="526445"/>
                    <a:pt x="5991861" y="611535"/>
                  </a:cubicBezTo>
                  <a:cubicBezTo>
                    <a:pt x="5877561" y="722025"/>
                    <a:pt x="5391151" y="605185"/>
                    <a:pt x="5198111" y="587405"/>
                  </a:cubicBezTo>
                  <a:cubicBezTo>
                    <a:pt x="5086351" y="577245"/>
                    <a:pt x="5034281" y="556925"/>
                    <a:pt x="4933951" y="548035"/>
                  </a:cubicBezTo>
                  <a:cubicBezTo>
                    <a:pt x="4799331" y="537875"/>
                    <a:pt x="4622801" y="549305"/>
                    <a:pt x="4465321" y="542955"/>
                  </a:cubicBezTo>
                  <a:cubicBezTo>
                    <a:pt x="4305301" y="535335"/>
                    <a:pt x="4164331" y="513745"/>
                    <a:pt x="3981451" y="506125"/>
                  </a:cubicBezTo>
                  <a:cubicBezTo>
                    <a:pt x="3746501" y="497235"/>
                    <a:pt x="3411221" y="511205"/>
                    <a:pt x="3171191" y="502315"/>
                  </a:cubicBezTo>
                  <a:cubicBezTo>
                    <a:pt x="2979421" y="494695"/>
                    <a:pt x="2852421" y="471835"/>
                    <a:pt x="2654301" y="464215"/>
                  </a:cubicBezTo>
                  <a:cubicBezTo>
                    <a:pt x="2382521" y="455325"/>
                    <a:pt x="1913891" y="450245"/>
                    <a:pt x="1692911" y="466755"/>
                  </a:cubicBezTo>
                  <a:cubicBezTo>
                    <a:pt x="1577341" y="475645"/>
                    <a:pt x="1534161" y="498505"/>
                    <a:pt x="1427481" y="506125"/>
                  </a:cubicBezTo>
                  <a:cubicBezTo>
                    <a:pt x="1271271" y="517555"/>
                    <a:pt x="1035051" y="498505"/>
                    <a:pt x="843281" y="506125"/>
                  </a:cubicBezTo>
                  <a:cubicBezTo>
                    <a:pt x="659131" y="513745"/>
                    <a:pt x="441961" y="532795"/>
                    <a:pt x="299721" y="551845"/>
                  </a:cubicBezTo>
                  <a:cubicBezTo>
                    <a:pt x="207011" y="563275"/>
                    <a:pt x="123191" y="629315"/>
                    <a:pt x="72391" y="592485"/>
                  </a:cubicBezTo>
                  <a:cubicBezTo>
                    <a:pt x="-1269" y="540415"/>
                    <a:pt x="1" y="135285"/>
                    <a:pt x="1" y="135285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79669" y="2149843"/>
            <a:ext cx="11528661" cy="6917197"/>
          </a:xfrm>
          <a:custGeom>
            <a:avLst/>
            <a:gdLst/>
            <a:ahLst/>
            <a:cxnLst/>
            <a:rect r="r" b="b" t="t" l="l"/>
            <a:pathLst>
              <a:path h="6917197" w="11528661">
                <a:moveTo>
                  <a:pt x="0" y="0"/>
                </a:moveTo>
                <a:lnTo>
                  <a:pt x="11528662" y="0"/>
                </a:lnTo>
                <a:lnTo>
                  <a:pt x="11528662" y="6917197"/>
                </a:lnTo>
                <a:lnTo>
                  <a:pt x="0" y="691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CRONOGRAMA</a:t>
            </a: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4669" y="2838539"/>
            <a:ext cx="14358662" cy="6604985"/>
          </a:xfrm>
          <a:custGeom>
            <a:avLst/>
            <a:gdLst/>
            <a:ahLst/>
            <a:cxnLst/>
            <a:rect r="r" b="b" t="t" l="l"/>
            <a:pathLst>
              <a:path h="6604985" w="14358662">
                <a:moveTo>
                  <a:pt x="0" y="0"/>
                </a:moveTo>
                <a:lnTo>
                  <a:pt x="14358662" y="0"/>
                </a:lnTo>
                <a:lnTo>
                  <a:pt x="14358662" y="6604985"/>
                </a:lnTo>
                <a:lnTo>
                  <a:pt x="0" y="6604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WBS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601636" y="2486403"/>
            <a:ext cx="1114350" cy="11143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F2CE4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65118" y="2617412"/>
            <a:ext cx="873036" cy="852332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3847434" y="1596726"/>
            <a:ext cx="10593131" cy="8014987"/>
          </a:xfrm>
          <a:custGeom>
            <a:avLst/>
            <a:gdLst/>
            <a:ahLst/>
            <a:cxnLst/>
            <a:rect r="r" b="b" t="t" l="l"/>
            <a:pathLst>
              <a:path h="8014987" w="10593131">
                <a:moveTo>
                  <a:pt x="0" y="0"/>
                </a:moveTo>
                <a:lnTo>
                  <a:pt x="10593132" y="0"/>
                </a:lnTo>
                <a:lnTo>
                  <a:pt x="10593132" y="8014987"/>
                </a:lnTo>
                <a:lnTo>
                  <a:pt x="0" y="801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8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314325"/>
            <a:ext cx="18288000" cy="14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WBS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92105" y="3473912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1103355" y="-158756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01306" y="3296455"/>
            <a:ext cx="10485388" cy="414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HISTORIAS</a:t>
            </a:r>
          </a:p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SPRINT 1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48841" y="3117885"/>
            <a:ext cx="9479809" cy="6684670"/>
          </a:xfrm>
          <a:custGeom>
            <a:avLst/>
            <a:gdLst/>
            <a:ahLst/>
            <a:cxnLst/>
            <a:rect r="r" b="b" t="t" l="l"/>
            <a:pathLst>
              <a:path h="6684670" w="9479809">
                <a:moveTo>
                  <a:pt x="0" y="0"/>
                </a:moveTo>
                <a:lnTo>
                  <a:pt x="9479809" y="0"/>
                </a:lnTo>
                <a:lnTo>
                  <a:pt x="9479809" y="6684670"/>
                </a:lnTo>
                <a:lnTo>
                  <a:pt x="0" y="6684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57175"/>
            <a:ext cx="18288000" cy="240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5"/>
              </a:lnSpc>
            </a:pPr>
            <a:r>
              <a:rPr lang="en-US" b="true" sz="99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HISTORIAS </a:t>
            </a:r>
          </a:p>
          <a:p>
            <a:pPr algn="ctr">
              <a:lnSpc>
                <a:spcPts val="9115"/>
              </a:lnSpc>
            </a:pPr>
            <a:r>
              <a:rPr lang="en-US" b="true" sz="99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COMPROMETIDAS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4381" y="3513285"/>
            <a:ext cx="18288000" cy="79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6399" spc="35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ANTES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5974" y="574354"/>
            <a:ext cx="18539947" cy="1152611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40681" y="1058329"/>
            <a:ext cx="18288000" cy="106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6"/>
              </a:lnSpc>
            </a:pPr>
            <a:r>
              <a:rPr lang="en-US" b="true" sz="84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FLUJO DE DESARROLLO (SP)</a:t>
            </a:r>
          </a:p>
        </p:txBody>
      </p:sp>
    </p:spTree>
  </p:cSld>
  <p:clrMapOvr>
    <a:masterClrMapping/>
  </p:clrMapOvr>
  <p:transition spd="slow">
    <p:cover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205801"/>
            <a:ext cx="18288000" cy="4869180"/>
          </a:xfrm>
          <a:custGeom>
            <a:avLst/>
            <a:gdLst/>
            <a:ahLst/>
            <a:cxnLst/>
            <a:rect r="r" b="b" t="t" l="l"/>
            <a:pathLst>
              <a:path h="4869180" w="18288000">
                <a:moveTo>
                  <a:pt x="0" y="0"/>
                </a:moveTo>
                <a:lnTo>
                  <a:pt x="18288000" y="0"/>
                </a:lnTo>
                <a:lnTo>
                  <a:pt x="18288000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150221"/>
            <a:ext cx="18288000" cy="106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6"/>
              </a:lnSpc>
            </a:pPr>
            <a:r>
              <a:rPr lang="en-US" b="true" sz="84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BURN CHARTS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92105" y="3473912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1103355" y="-158756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8081" y="4291817"/>
            <a:ext cx="16371838" cy="215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RETROSPECTIVA</a:t>
            </a:r>
          </a:p>
        </p:txBody>
      </p: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487229"/>
            <a:ext cx="18288000" cy="124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5"/>
              </a:lnSpc>
            </a:pPr>
            <a:r>
              <a:rPr lang="en-US" b="true" sz="99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RETROSPECTIVA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4381" y="3513285"/>
            <a:ext cx="18288000" cy="79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6399" spc="358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3198" y="3355636"/>
            <a:ext cx="14961604" cy="420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835" indent="-428917" lvl="1">
              <a:lnSpc>
                <a:spcPts val="5562"/>
              </a:lnSpc>
              <a:spcBef>
                <a:spcPct val="0"/>
              </a:spcBef>
              <a:buFont typeface="Arial"/>
              <a:buChar char="•"/>
            </a:pPr>
            <a:r>
              <a:rPr lang="en-US" sz="3973" spc="222" strike="noStrike" u="none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Costo inicial subvalorado y ajuste tardío</a:t>
            </a:r>
          </a:p>
          <a:p>
            <a:pPr algn="l">
              <a:lnSpc>
                <a:spcPts val="5562"/>
              </a:lnSpc>
              <a:spcBef>
                <a:spcPct val="0"/>
              </a:spcBef>
            </a:pPr>
          </a:p>
          <a:p>
            <a:pPr algn="l" marL="857835" indent="-428917" lvl="1">
              <a:lnSpc>
                <a:spcPts val="5562"/>
              </a:lnSpc>
              <a:spcBef>
                <a:spcPct val="0"/>
              </a:spcBef>
              <a:buFont typeface="Arial"/>
              <a:buChar char="•"/>
            </a:pPr>
            <a:r>
              <a:rPr lang="en-US" sz="3973" spc="222" strike="noStrike" u="none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Intensificación del trabajo por demoras tempranas</a:t>
            </a:r>
          </a:p>
          <a:p>
            <a:pPr algn="l">
              <a:lnSpc>
                <a:spcPts val="5562"/>
              </a:lnSpc>
              <a:spcBef>
                <a:spcPct val="0"/>
              </a:spcBef>
            </a:pPr>
          </a:p>
          <a:p>
            <a:pPr algn="l" marL="857835" indent="-428917" lvl="1">
              <a:lnSpc>
                <a:spcPts val="5562"/>
              </a:lnSpc>
              <a:spcBef>
                <a:spcPct val="0"/>
              </a:spcBef>
              <a:buFont typeface="Arial"/>
              <a:buChar char="•"/>
            </a:pPr>
            <a:r>
              <a:rPr lang="en-US" sz="3973" spc="222" strike="noStrike" u="none">
                <a:solidFill>
                  <a:srgbClr val="333652"/>
                </a:solidFill>
                <a:latin typeface="Open Sans 2"/>
                <a:ea typeface="Open Sans 2"/>
                <a:cs typeface="Open Sans 2"/>
                <a:sym typeface="Open Sans 2"/>
              </a:rPr>
              <a:t>Búsqueda de un esquema que maximice el rendimiento del equipo</a:t>
            </a:r>
          </a:p>
        </p:txBody>
      </p:sp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92105" y="3473912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1103355" y="-158756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32114" y="3296455"/>
            <a:ext cx="12939356" cy="414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COMPROMISO</a:t>
            </a:r>
          </a:p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SPRINT 2</a:t>
            </a:r>
          </a:p>
        </p:txBody>
      </p: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245648" y="-269358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8"/>
                </a:lnTo>
                <a:lnTo>
                  <a:pt x="7470938" y="7470938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4294" y="1420861"/>
            <a:ext cx="18288000" cy="124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5"/>
              </a:lnSpc>
            </a:pPr>
            <a:r>
              <a:rPr lang="en-US" b="true" sz="9908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COMPROMISO SPRINT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25290" y="3219985"/>
            <a:ext cx="10798845" cy="3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b="true" sz="2599" spc="145">
                <a:solidFill>
                  <a:srgbClr val="AE8DF5"/>
                </a:solidFill>
                <a:latin typeface="Barlow Bold"/>
                <a:ea typeface="Barlow Bold"/>
                <a:cs typeface="Barlow Bold"/>
                <a:sym typeface="Barlow Bold"/>
              </a:rPr>
              <a:t>DEUDA SPRINT 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86089" y="3072500"/>
            <a:ext cx="8877958" cy="6185800"/>
          </a:xfrm>
          <a:custGeom>
            <a:avLst/>
            <a:gdLst/>
            <a:ahLst/>
            <a:cxnLst/>
            <a:rect r="r" b="b" t="t" l="l"/>
            <a:pathLst>
              <a:path h="6185800" w="8877958">
                <a:moveTo>
                  <a:pt x="0" y="0"/>
                </a:moveTo>
                <a:lnTo>
                  <a:pt x="8877958" y="0"/>
                </a:lnTo>
                <a:lnTo>
                  <a:pt x="8877958" y="6185800"/>
                </a:lnTo>
                <a:lnTo>
                  <a:pt x="0" y="6185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92105" y="3473912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1103355" y="-158756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7470938" y="0"/>
                </a:moveTo>
                <a:lnTo>
                  <a:pt x="0" y="0"/>
                </a:lnTo>
                <a:lnTo>
                  <a:pt x="0" y="7470939"/>
                </a:lnTo>
                <a:lnTo>
                  <a:pt x="7470938" y="7470939"/>
                </a:lnTo>
                <a:lnTo>
                  <a:pt x="74709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691" y="3268215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17519" y="-261557"/>
            <a:ext cx="7470938" cy="7470938"/>
          </a:xfrm>
          <a:custGeom>
            <a:avLst/>
            <a:gdLst/>
            <a:ahLst/>
            <a:cxnLst/>
            <a:rect r="r" b="b" t="t" l="l"/>
            <a:pathLst>
              <a:path h="7470938" w="7470938">
                <a:moveTo>
                  <a:pt x="0" y="0"/>
                </a:moveTo>
                <a:lnTo>
                  <a:pt x="7470938" y="0"/>
                </a:lnTo>
                <a:lnTo>
                  <a:pt x="7470938" y="7470939"/>
                </a:lnTo>
                <a:lnTo>
                  <a:pt x="0" y="747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9382" y="5502821"/>
            <a:ext cx="4949237" cy="1270736"/>
            <a:chOff x="0" y="0"/>
            <a:chExt cx="1303503" cy="334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3503" cy="334679"/>
            </a:xfrm>
            <a:custGeom>
              <a:avLst/>
              <a:gdLst/>
              <a:ahLst/>
              <a:cxnLst/>
              <a:rect r="r" b="b" t="t" l="l"/>
              <a:pathLst>
                <a:path h="334679" w="1303503">
                  <a:moveTo>
                    <a:pt x="156427" y="0"/>
                  </a:moveTo>
                  <a:lnTo>
                    <a:pt x="1147076" y="0"/>
                  </a:lnTo>
                  <a:cubicBezTo>
                    <a:pt x="1233468" y="0"/>
                    <a:pt x="1303503" y="70035"/>
                    <a:pt x="1303503" y="156427"/>
                  </a:cubicBezTo>
                  <a:lnTo>
                    <a:pt x="1303503" y="178253"/>
                  </a:lnTo>
                  <a:cubicBezTo>
                    <a:pt x="1303503" y="264645"/>
                    <a:pt x="1233468" y="334679"/>
                    <a:pt x="1147076" y="334679"/>
                  </a:cubicBezTo>
                  <a:lnTo>
                    <a:pt x="156427" y="334679"/>
                  </a:lnTo>
                  <a:cubicBezTo>
                    <a:pt x="70035" y="334679"/>
                    <a:pt x="0" y="264645"/>
                    <a:pt x="0" y="178253"/>
                  </a:cubicBezTo>
                  <a:lnTo>
                    <a:pt x="0" y="156427"/>
                  </a:lnTo>
                  <a:cubicBezTo>
                    <a:pt x="0" y="70035"/>
                    <a:pt x="70035" y="0"/>
                    <a:pt x="156427" y="0"/>
                  </a:cubicBezTo>
                  <a:close/>
                </a:path>
              </a:pathLst>
            </a:custGeom>
            <a:solidFill>
              <a:srgbClr val="7F2C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03503" cy="391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Rocket Lease App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207347" y="3220625"/>
            <a:ext cx="7873305" cy="215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b="true" sz="17097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¡ DEMO !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DAHJktlesD8</dc:identifier>
  <dcterms:modified xsi:type="dcterms:W3CDTF">2011-08-01T06:04:30Z</dcterms:modified>
  <cp:revision>1</cp:revision>
  <dc:title>Demo Sprint 1</dc:title>
</cp:coreProperties>
</file>